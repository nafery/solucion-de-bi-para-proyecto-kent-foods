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ABeeZee"/>
      <p:regular r:id="rId16"/>
      <p: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ABeeZee-italic.fntdata"/><Relationship Id="rId16" Type="http://schemas.openxmlformats.org/officeDocument/2006/relationships/font" Target="fonts/ABeeZe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a1567b98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a1567b98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1258269c9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1258269c9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1567b9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a1567b9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1e375b9f5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1e375b9f5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1722c30371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1722c30371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1446450" y="1389450"/>
            <a:ext cx="6251100" cy="201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392500" y="3344550"/>
            <a:ext cx="43590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340888" y="2202300"/>
            <a:ext cx="8462225" cy="738900"/>
            <a:chOff x="340888" y="2202300"/>
            <a:chExt cx="8462225" cy="7389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340888" y="2202300"/>
              <a:ext cx="0" cy="738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8803113" y="2202300"/>
              <a:ext cx="0" cy="738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type="title"/>
          </p:nvPr>
        </p:nvSpPr>
        <p:spPr>
          <a:xfrm>
            <a:off x="4668475" y="2230350"/>
            <a:ext cx="3657600" cy="20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2" type="title"/>
          </p:nvPr>
        </p:nvSpPr>
        <p:spPr>
          <a:xfrm>
            <a:off x="4668475" y="901350"/>
            <a:ext cx="1847100" cy="1481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10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/>
          <p:nvPr>
            <p:ph idx="3" type="pic"/>
          </p:nvPr>
        </p:nvSpPr>
        <p:spPr>
          <a:xfrm>
            <a:off x="0" y="-2250"/>
            <a:ext cx="3911400" cy="5143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0" name="Google Shape;20;p3"/>
          <p:cNvCxnSpPr/>
          <p:nvPr/>
        </p:nvCxnSpPr>
        <p:spPr>
          <a:xfrm>
            <a:off x="8803113" y="2202300"/>
            <a:ext cx="0" cy="738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720000" y="1152475"/>
            <a:ext cx="77040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cxnSp>
        <p:nvCxnSpPr>
          <p:cNvPr id="25" name="Google Shape;25;p4"/>
          <p:cNvCxnSpPr/>
          <p:nvPr/>
        </p:nvCxnSpPr>
        <p:spPr>
          <a:xfrm>
            <a:off x="340888" y="361925"/>
            <a:ext cx="0" cy="738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subTitle"/>
          </p:nvPr>
        </p:nvSpPr>
        <p:spPr>
          <a:xfrm>
            <a:off x="4983887" y="2596896"/>
            <a:ext cx="3440100" cy="12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720012" y="2596896"/>
            <a:ext cx="3440100" cy="12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720012" y="2212848"/>
            <a:ext cx="34401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4983889" y="2212848"/>
            <a:ext cx="34401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cxnSp>
        <p:nvCxnSpPr>
          <p:cNvPr id="33" name="Google Shape;33;p5"/>
          <p:cNvCxnSpPr/>
          <p:nvPr/>
        </p:nvCxnSpPr>
        <p:spPr>
          <a:xfrm>
            <a:off x="340888" y="361925"/>
            <a:ext cx="0" cy="738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37" name="Google Shape;37;p6"/>
          <p:cNvCxnSpPr/>
          <p:nvPr/>
        </p:nvCxnSpPr>
        <p:spPr>
          <a:xfrm>
            <a:off x="340888" y="361925"/>
            <a:ext cx="0" cy="738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7"/>
          <p:cNvSpPr txBox="1"/>
          <p:nvPr>
            <p:ph type="title"/>
          </p:nvPr>
        </p:nvSpPr>
        <p:spPr>
          <a:xfrm>
            <a:off x="865350" y="1151700"/>
            <a:ext cx="3383400" cy="110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865350" y="2254500"/>
            <a:ext cx="3383400" cy="17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2" name="Google Shape;42;p7"/>
          <p:cNvSpPr/>
          <p:nvPr>
            <p:ph idx="2" type="pic"/>
          </p:nvPr>
        </p:nvSpPr>
        <p:spPr>
          <a:xfrm>
            <a:off x="5167987" y="0"/>
            <a:ext cx="3975900" cy="5139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3" name="Google Shape;43;p7"/>
          <p:cNvCxnSpPr/>
          <p:nvPr/>
        </p:nvCxnSpPr>
        <p:spPr>
          <a:xfrm>
            <a:off x="340888" y="2202300"/>
            <a:ext cx="0" cy="738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8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 txBox="1"/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47" name="Google Shape;47;p8"/>
          <p:cNvGrpSpPr/>
          <p:nvPr/>
        </p:nvGrpSpPr>
        <p:grpSpPr>
          <a:xfrm>
            <a:off x="340888" y="2202300"/>
            <a:ext cx="8462225" cy="738900"/>
            <a:chOff x="340888" y="2202300"/>
            <a:chExt cx="8462225" cy="738900"/>
          </a:xfrm>
        </p:grpSpPr>
        <p:cxnSp>
          <p:nvCxnSpPr>
            <p:cNvPr id="48" name="Google Shape;48;p8"/>
            <p:cNvCxnSpPr/>
            <p:nvPr/>
          </p:nvCxnSpPr>
          <p:spPr>
            <a:xfrm>
              <a:off x="340888" y="2202300"/>
              <a:ext cx="0" cy="738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" name="Google Shape;49;p8"/>
            <p:cNvCxnSpPr/>
            <p:nvPr/>
          </p:nvCxnSpPr>
          <p:spPr>
            <a:xfrm>
              <a:off x="8803113" y="2202300"/>
              <a:ext cx="0" cy="738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9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9"/>
          <p:cNvSpPr txBox="1"/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3" name="Google Shape;53;p9"/>
          <p:cNvSpPr txBox="1"/>
          <p:nvPr>
            <p:ph idx="1" type="subTitle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54" name="Google Shape;54;p9"/>
          <p:cNvGrpSpPr/>
          <p:nvPr/>
        </p:nvGrpSpPr>
        <p:grpSpPr>
          <a:xfrm>
            <a:off x="340888" y="2202300"/>
            <a:ext cx="8462225" cy="738900"/>
            <a:chOff x="340888" y="2202300"/>
            <a:chExt cx="8462225" cy="738900"/>
          </a:xfrm>
        </p:grpSpPr>
        <p:cxnSp>
          <p:nvCxnSpPr>
            <p:cNvPr id="55" name="Google Shape;55;p9"/>
            <p:cNvCxnSpPr/>
            <p:nvPr/>
          </p:nvCxnSpPr>
          <p:spPr>
            <a:xfrm>
              <a:off x="340888" y="2202300"/>
              <a:ext cx="0" cy="738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" name="Google Shape;56;p9"/>
            <p:cNvCxnSpPr/>
            <p:nvPr/>
          </p:nvCxnSpPr>
          <p:spPr>
            <a:xfrm>
              <a:off x="8803113" y="2202300"/>
              <a:ext cx="0" cy="738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1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1525500" y="1474350"/>
            <a:ext cx="60930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subTitle"/>
          </p:nvPr>
        </p:nvSpPr>
        <p:spPr>
          <a:xfrm>
            <a:off x="1525525" y="2571750"/>
            <a:ext cx="6093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64" name="Google Shape;64;p11"/>
          <p:cNvGrpSpPr/>
          <p:nvPr/>
        </p:nvGrpSpPr>
        <p:grpSpPr>
          <a:xfrm>
            <a:off x="340888" y="2202300"/>
            <a:ext cx="8462225" cy="738900"/>
            <a:chOff x="340888" y="2202300"/>
            <a:chExt cx="8462225" cy="738900"/>
          </a:xfrm>
        </p:grpSpPr>
        <p:cxnSp>
          <p:nvCxnSpPr>
            <p:cNvPr id="65" name="Google Shape;65;p11"/>
            <p:cNvCxnSpPr/>
            <p:nvPr/>
          </p:nvCxnSpPr>
          <p:spPr>
            <a:xfrm>
              <a:off x="340888" y="2202300"/>
              <a:ext cx="0" cy="738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1"/>
            <p:cNvCxnSpPr/>
            <p:nvPr/>
          </p:nvCxnSpPr>
          <p:spPr>
            <a:xfrm>
              <a:off x="8803113" y="2202300"/>
              <a:ext cx="0" cy="738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hasCustomPrompt="1" idx="2" type="title"/>
          </p:nvPr>
        </p:nvSpPr>
        <p:spPr>
          <a:xfrm>
            <a:off x="795975" y="1557083"/>
            <a:ext cx="735000" cy="630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hasCustomPrompt="1" idx="3" type="title"/>
          </p:nvPr>
        </p:nvSpPr>
        <p:spPr>
          <a:xfrm>
            <a:off x="795975" y="3219091"/>
            <a:ext cx="735000" cy="630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/>
          <p:nvPr>
            <p:ph hasCustomPrompt="1" idx="4" type="title"/>
          </p:nvPr>
        </p:nvSpPr>
        <p:spPr>
          <a:xfrm>
            <a:off x="3607077" y="1557083"/>
            <a:ext cx="735000" cy="630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hasCustomPrompt="1" idx="5" type="title"/>
          </p:nvPr>
        </p:nvSpPr>
        <p:spPr>
          <a:xfrm>
            <a:off x="3607077" y="3219091"/>
            <a:ext cx="735000" cy="630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/>
          <p:nvPr>
            <p:ph hasCustomPrompt="1" idx="6" type="title"/>
          </p:nvPr>
        </p:nvSpPr>
        <p:spPr>
          <a:xfrm>
            <a:off x="6412189" y="1557083"/>
            <a:ext cx="735000" cy="630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/>
          <p:nvPr>
            <p:ph hasCustomPrompt="1" idx="7" type="title"/>
          </p:nvPr>
        </p:nvSpPr>
        <p:spPr>
          <a:xfrm>
            <a:off x="6412189" y="3219091"/>
            <a:ext cx="735000" cy="630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/>
          <p:nvPr>
            <p:ph idx="1" type="subTitle"/>
          </p:nvPr>
        </p:nvSpPr>
        <p:spPr>
          <a:xfrm>
            <a:off x="795975" y="2056575"/>
            <a:ext cx="20118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3"/>
          <p:cNvSpPr txBox="1"/>
          <p:nvPr>
            <p:ph idx="8" type="subTitle"/>
          </p:nvPr>
        </p:nvSpPr>
        <p:spPr>
          <a:xfrm>
            <a:off x="3607077" y="2056575"/>
            <a:ext cx="20118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" name="Google Shape;79;p13"/>
          <p:cNvSpPr txBox="1"/>
          <p:nvPr>
            <p:ph idx="9" type="subTitle"/>
          </p:nvPr>
        </p:nvSpPr>
        <p:spPr>
          <a:xfrm>
            <a:off x="6412189" y="2056575"/>
            <a:ext cx="20118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13"/>
          <p:cNvSpPr txBox="1"/>
          <p:nvPr>
            <p:ph idx="13" type="subTitle"/>
          </p:nvPr>
        </p:nvSpPr>
        <p:spPr>
          <a:xfrm>
            <a:off x="795975" y="3718650"/>
            <a:ext cx="20118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" name="Google Shape;81;p13"/>
          <p:cNvSpPr txBox="1"/>
          <p:nvPr>
            <p:ph idx="14" type="subTitle"/>
          </p:nvPr>
        </p:nvSpPr>
        <p:spPr>
          <a:xfrm>
            <a:off x="3604082" y="3718650"/>
            <a:ext cx="20118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3"/>
          <p:cNvSpPr txBox="1"/>
          <p:nvPr>
            <p:ph idx="15" type="subTitle"/>
          </p:nvPr>
        </p:nvSpPr>
        <p:spPr>
          <a:xfrm>
            <a:off x="6412189" y="3718650"/>
            <a:ext cx="20118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4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88" name="Google Shape;88;p15"/>
          <p:cNvCxnSpPr/>
          <p:nvPr/>
        </p:nvCxnSpPr>
        <p:spPr>
          <a:xfrm>
            <a:off x="340888" y="361925"/>
            <a:ext cx="0" cy="738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>
            <p:ph type="title"/>
          </p:nvPr>
        </p:nvSpPr>
        <p:spPr>
          <a:xfrm>
            <a:off x="766475" y="1556475"/>
            <a:ext cx="2194500" cy="10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" type="subTitle"/>
          </p:nvPr>
        </p:nvSpPr>
        <p:spPr>
          <a:xfrm>
            <a:off x="766475" y="2489625"/>
            <a:ext cx="21945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16"/>
          <p:cNvSpPr/>
          <p:nvPr>
            <p:ph idx="2" type="pic"/>
          </p:nvPr>
        </p:nvSpPr>
        <p:spPr>
          <a:xfrm>
            <a:off x="6396000" y="0"/>
            <a:ext cx="27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6"/>
          <p:cNvSpPr/>
          <p:nvPr>
            <p:ph idx="3" type="pic"/>
          </p:nvPr>
        </p:nvSpPr>
        <p:spPr>
          <a:xfrm>
            <a:off x="3719525" y="0"/>
            <a:ext cx="2600400" cy="25320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6"/>
          <p:cNvSpPr/>
          <p:nvPr>
            <p:ph idx="4" type="pic"/>
          </p:nvPr>
        </p:nvSpPr>
        <p:spPr>
          <a:xfrm>
            <a:off x="3719525" y="2611375"/>
            <a:ext cx="2600400" cy="2532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6" name="Google Shape;96;p16"/>
          <p:cNvCxnSpPr/>
          <p:nvPr/>
        </p:nvCxnSpPr>
        <p:spPr>
          <a:xfrm>
            <a:off x="340888" y="2202300"/>
            <a:ext cx="0" cy="738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hasCustomPrompt="1" type="title"/>
          </p:nvPr>
        </p:nvSpPr>
        <p:spPr>
          <a:xfrm>
            <a:off x="899100" y="2002189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17"/>
          <p:cNvSpPr txBox="1"/>
          <p:nvPr>
            <p:ph idx="1" type="subTitle"/>
          </p:nvPr>
        </p:nvSpPr>
        <p:spPr>
          <a:xfrm>
            <a:off x="899100" y="2771099"/>
            <a:ext cx="34926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hasCustomPrompt="1" idx="2" type="title"/>
          </p:nvPr>
        </p:nvSpPr>
        <p:spPr>
          <a:xfrm>
            <a:off x="899100" y="532739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17"/>
          <p:cNvSpPr txBox="1"/>
          <p:nvPr>
            <p:ph idx="3" type="subTitle"/>
          </p:nvPr>
        </p:nvSpPr>
        <p:spPr>
          <a:xfrm>
            <a:off x="899100" y="1301651"/>
            <a:ext cx="34926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hasCustomPrompt="1" idx="4" type="title"/>
          </p:nvPr>
        </p:nvSpPr>
        <p:spPr>
          <a:xfrm>
            <a:off x="899100" y="347162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17"/>
          <p:cNvSpPr txBox="1"/>
          <p:nvPr>
            <p:ph idx="5" type="subTitle"/>
          </p:nvPr>
        </p:nvSpPr>
        <p:spPr>
          <a:xfrm>
            <a:off x="899100" y="4240547"/>
            <a:ext cx="34926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5" name="Google Shape;105;p17"/>
          <p:cNvCxnSpPr/>
          <p:nvPr/>
        </p:nvCxnSpPr>
        <p:spPr>
          <a:xfrm>
            <a:off x="340888" y="2202300"/>
            <a:ext cx="0" cy="738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p17"/>
          <p:cNvSpPr/>
          <p:nvPr>
            <p:ph idx="6" type="pic"/>
          </p:nvPr>
        </p:nvSpPr>
        <p:spPr>
          <a:xfrm>
            <a:off x="5167987" y="0"/>
            <a:ext cx="3975900" cy="513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8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subTitle"/>
          </p:nvPr>
        </p:nvSpPr>
        <p:spPr>
          <a:xfrm>
            <a:off x="791250" y="2596700"/>
            <a:ext cx="2308500" cy="20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2" type="subTitle"/>
          </p:nvPr>
        </p:nvSpPr>
        <p:spPr>
          <a:xfrm>
            <a:off x="3454080" y="2596700"/>
            <a:ext cx="2308500" cy="20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3" type="subTitle"/>
          </p:nvPr>
        </p:nvSpPr>
        <p:spPr>
          <a:xfrm>
            <a:off x="6116910" y="2596700"/>
            <a:ext cx="2308500" cy="20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4" type="subTitle"/>
          </p:nvPr>
        </p:nvSpPr>
        <p:spPr>
          <a:xfrm>
            <a:off x="791250" y="2215700"/>
            <a:ext cx="2308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5" type="subTitle"/>
          </p:nvPr>
        </p:nvSpPr>
        <p:spPr>
          <a:xfrm>
            <a:off x="3454080" y="2215700"/>
            <a:ext cx="2308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6" type="subTitle"/>
          </p:nvPr>
        </p:nvSpPr>
        <p:spPr>
          <a:xfrm>
            <a:off x="6116910" y="2215700"/>
            <a:ext cx="2308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9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1" type="subTitle"/>
          </p:nvPr>
        </p:nvSpPr>
        <p:spPr>
          <a:xfrm>
            <a:off x="1677383" y="1408176"/>
            <a:ext cx="2507400" cy="375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2" type="subTitle"/>
          </p:nvPr>
        </p:nvSpPr>
        <p:spPr>
          <a:xfrm>
            <a:off x="1677384" y="1709928"/>
            <a:ext cx="25074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3" type="subTitle"/>
          </p:nvPr>
        </p:nvSpPr>
        <p:spPr>
          <a:xfrm>
            <a:off x="5692668" y="1709928"/>
            <a:ext cx="25074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4" type="subTitle"/>
          </p:nvPr>
        </p:nvSpPr>
        <p:spPr>
          <a:xfrm>
            <a:off x="1677384" y="3429000"/>
            <a:ext cx="25074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5" type="subTitle"/>
          </p:nvPr>
        </p:nvSpPr>
        <p:spPr>
          <a:xfrm>
            <a:off x="5692668" y="3429000"/>
            <a:ext cx="25074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6" type="subTitle"/>
          </p:nvPr>
        </p:nvSpPr>
        <p:spPr>
          <a:xfrm>
            <a:off x="1677383" y="3127248"/>
            <a:ext cx="2507400" cy="375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idx="7" type="subTitle"/>
          </p:nvPr>
        </p:nvSpPr>
        <p:spPr>
          <a:xfrm>
            <a:off x="5692667" y="1408176"/>
            <a:ext cx="2507400" cy="375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9"/>
          <p:cNvSpPr txBox="1"/>
          <p:nvPr>
            <p:ph idx="8" type="subTitle"/>
          </p:nvPr>
        </p:nvSpPr>
        <p:spPr>
          <a:xfrm>
            <a:off x="5692667" y="3127248"/>
            <a:ext cx="2507400" cy="375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7" name="Google Shape;127;p19"/>
          <p:cNvCxnSpPr/>
          <p:nvPr/>
        </p:nvCxnSpPr>
        <p:spPr>
          <a:xfrm>
            <a:off x="340888" y="361925"/>
            <a:ext cx="0" cy="738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0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" type="subTitle"/>
          </p:nvPr>
        </p:nvSpPr>
        <p:spPr>
          <a:xfrm>
            <a:off x="807000" y="1710160"/>
            <a:ext cx="1845600" cy="11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2" type="subTitle"/>
          </p:nvPr>
        </p:nvSpPr>
        <p:spPr>
          <a:xfrm>
            <a:off x="3683430" y="1710150"/>
            <a:ext cx="1846500" cy="11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3" type="subTitle"/>
          </p:nvPr>
        </p:nvSpPr>
        <p:spPr>
          <a:xfrm>
            <a:off x="807000" y="3428000"/>
            <a:ext cx="1846500" cy="11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4" type="subTitle"/>
          </p:nvPr>
        </p:nvSpPr>
        <p:spPr>
          <a:xfrm>
            <a:off x="3683430" y="3428000"/>
            <a:ext cx="1846500" cy="11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5" type="subTitle"/>
          </p:nvPr>
        </p:nvSpPr>
        <p:spPr>
          <a:xfrm>
            <a:off x="6577497" y="1710150"/>
            <a:ext cx="1846500" cy="11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6" type="subTitle"/>
          </p:nvPr>
        </p:nvSpPr>
        <p:spPr>
          <a:xfrm>
            <a:off x="6577497" y="3428000"/>
            <a:ext cx="1846500" cy="11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7" type="subTitle"/>
          </p:nvPr>
        </p:nvSpPr>
        <p:spPr>
          <a:xfrm>
            <a:off x="807000" y="1412475"/>
            <a:ext cx="1846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8" name="Google Shape;138;p20"/>
          <p:cNvSpPr txBox="1"/>
          <p:nvPr>
            <p:ph idx="8" type="subTitle"/>
          </p:nvPr>
        </p:nvSpPr>
        <p:spPr>
          <a:xfrm>
            <a:off x="3683430" y="1412475"/>
            <a:ext cx="1846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9" name="Google Shape;139;p20"/>
          <p:cNvSpPr txBox="1"/>
          <p:nvPr>
            <p:ph idx="9" type="subTitle"/>
          </p:nvPr>
        </p:nvSpPr>
        <p:spPr>
          <a:xfrm>
            <a:off x="6577497" y="1412475"/>
            <a:ext cx="1846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0" name="Google Shape;140;p20"/>
          <p:cNvSpPr txBox="1"/>
          <p:nvPr>
            <p:ph idx="13" type="subTitle"/>
          </p:nvPr>
        </p:nvSpPr>
        <p:spPr>
          <a:xfrm>
            <a:off x="807000" y="3127102"/>
            <a:ext cx="1846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" name="Google Shape;141;p20"/>
          <p:cNvSpPr txBox="1"/>
          <p:nvPr>
            <p:ph idx="14" type="subTitle"/>
          </p:nvPr>
        </p:nvSpPr>
        <p:spPr>
          <a:xfrm>
            <a:off x="3683430" y="3127102"/>
            <a:ext cx="1846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2" name="Google Shape;142;p20"/>
          <p:cNvSpPr txBox="1"/>
          <p:nvPr>
            <p:ph idx="15" type="subTitle"/>
          </p:nvPr>
        </p:nvSpPr>
        <p:spPr>
          <a:xfrm>
            <a:off x="6577497" y="3127102"/>
            <a:ext cx="1846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1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>
            <p:ph type="ctrTitle"/>
          </p:nvPr>
        </p:nvSpPr>
        <p:spPr>
          <a:xfrm>
            <a:off x="2429950" y="630550"/>
            <a:ext cx="42840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6" name="Google Shape;146;p21"/>
          <p:cNvSpPr txBox="1"/>
          <p:nvPr>
            <p:ph idx="1" type="subTitle"/>
          </p:nvPr>
        </p:nvSpPr>
        <p:spPr>
          <a:xfrm>
            <a:off x="2815225" y="1552150"/>
            <a:ext cx="35136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7" name="Google Shape;147;p21"/>
          <p:cNvSpPr txBox="1"/>
          <p:nvPr/>
        </p:nvSpPr>
        <p:spPr>
          <a:xfrm>
            <a:off x="2471250" y="3496925"/>
            <a:ext cx="420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000" u="sng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,</a:t>
            </a:r>
            <a:r>
              <a:rPr b="1" lang="en" sz="10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r>
              <a:rPr lang="en" sz="10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including icons by </a:t>
            </a:r>
            <a:r>
              <a:rPr b="1" lang="en" sz="1000" u="sng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r>
              <a:rPr lang="en" sz="10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and infographics &amp; images by </a:t>
            </a:r>
            <a:r>
              <a:rPr b="1" lang="en" sz="1000" u="sng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highlight>
                <a:srgbClr val="DFDEFC"/>
              </a:highlight>
              <a:latin typeface="ABeeZee"/>
              <a:ea typeface="ABeeZee"/>
              <a:cs typeface="ABeeZee"/>
              <a:sym typeface="ABeeZee"/>
            </a:endParaRPr>
          </a:p>
        </p:txBody>
      </p:sp>
      <p:grpSp>
        <p:nvGrpSpPr>
          <p:cNvPr id="148" name="Google Shape;148;p21"/>
          <p:cNvGrpSpPr/>
          <p:nvPr/>
        </p:nvGrpSpPr>
        <p:grpSpPr>
          <a:xfrm>
            <a:off x="340888" y="2202300"/>
            <a:ext cx="8462225" cy="738900"/>
            <a:chOff x="340888" y="2202300"/>
            <a:chExt cx="8462225" cy="738900"/>
          </a:xfrm>
        </p:grpSpPr>
        <p:cxnSp>
          <p:nvCxnSpPr>
            <p:cNvPr id="149" name="Google Shape;149;p21"/>
            <p:cNvCxnSpPr/>
            <p:nvPr/>
          </p:nvCxnSpPr>
          <p:spPr>
            <a:xfrm>
              <a:off x="340888" y="2202300"/>
              <a:ext cx="0" cy="738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21"/>
            <p:cNvCxnSpPr/>
            <p:nvPr/>
          </p:nvCxnSpPr>
          <p:spPr>
            <a:xfrm>
              <a:off x="8803113" y="2202300"/>
              <a:ext cx="0" cy="738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2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22"/>
          <p:cNvGrpSpPr/>
          <p:nvPr/>
        </p:nvGrpSpPr>
        <p:grpSpPr>
          <a:xfrm>
            <a:off x="4202550" y="266700"/>
            <a:ext cx="738900" cy="4610100"/>
            <a:chOff x="4202538" y="274175"/>
            <a:chExt cx="738900" cy="4610100"/>
          </a:xfrm>
        </p:grpSpPr>
        <p:cxnSp>
          <p:nvCxnSpPr>
            <p:cNvPr id="154" name="Google Shape;154;p22"/>
            <p:cNvCxnSpPr/>
            <p:nvPr/>
          </p:nvCxnSpPr>
          <p:spPr>
            <a:xfrm>
              <a:off x="4571988" y="-95275"/>
              <a:ext cx="0" cy="738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22"/>
            <p:cNvCxnSpPr/>
            <p:nvPr/>
          </p:nvCxnSpPr>
          <p:spPr>
            <a:xfrm>
              <a:off x="4571988" y="4514825"/>
              <a:ext cx="0" cy="738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3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23"/>
          <p:cNvGrpSpPr/>
          <p:nvPr/>
        </p:nvGrpSpPr>
        <p:grpSpPr>
          <a:xfrm flipH="1">
            <a:off x="715100" y="266700"/>
            <a:ext cx="7713800" cy="4610100"/>
            <a:chOff x="715088" y="274175"/>
            <a:chExt cx="7713800" cy="4610100"/>
          </a:xfrm>
        </p:grpSpPr>
        <p:cxnSp>
          <p:nvCxnSpPr>
            <p:cNvPr id="159" name="Google Shape;159;p23"/>
            <p:cNvCxnSpPr/>
            <p:nvPr/>
          </p:nvCxnSpPr>
          <p:spPr>
            <a:xfrm>
              <a:off x="8059438" y="-95275"/>
              <a:ext cx="0" cy="738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0" name="Google Shape;160;p23"/>
            <p:cNvCxnSpPr/>
            <p:nvPr/>
          </p:nvCxnSpPr>
          <p:spPr>
            <a:xfrm>
              <a:off x="1084538" y="4514825"/>
              <a:ext cx="0" cy="738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eeZee"/>
              <a:buNone/>
              <a:defRPr b="1" sz="30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eeZee"/>
              <a:buNone/>
              <a:defRPr sz="35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eeZee"/>
              <a:buNone/>
              <a:defRPr sz="35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eeZee"/>
              <a:buNone/>
              <a:defRPr sz="35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eeZee"/>
              <a:buNone/>
              <a:defRPr sz="35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eeZee"/>
              <a:buNone/>
              <a:defRPr sz="35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eeZee"/>
              <a:buNone/>
              <a:defRPr sz="35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eeZee"/>
              <a:buNone/>
              <a:defRPr sz="35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eeZee"/>
              <a:buNone/>
              <a:defRPr sz="35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●"/>
              <a:defRPr sz="12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○"/>
              <a:defRPr sz="12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■"/>
              <a:defRPr sz="12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●"/>
              <a:defRPr sz="12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○"/>
              <a:defRPr sz="12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■"/>
              <a:defRPr sz="12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●"/>
              <a:defRPr sz="12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○"/>
              <a:defRPr sz="12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eZee"/>
              <a:buChar char="■"/>
              <a:defRPr sz="12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ctrTitle"/>
          </p:nvPr>
        </p:nvSpPr>
        <p:spPr>
          <a:xfrm>
            <a:off x="745650" y="1385450"/>
            <a:ext cx="7652700" cy="16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Inteligencia de Negocios: Cubo y Dashboard</a:t>
            </a:r>
            <a:endParaRPr sz="5000"/>
          </a:p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933150" y="3130825"/>
            <a:ext cx="2400000" cy="10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Integrantes: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Antonia Barrera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Ignacio Fernández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Grupo 006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4" title="Logo_DuocUC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3050" y="2"/>
            <a:ext cx="2450949" cy="60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4"/>
          <p:cNvSpPr txBox="1"/>
          <p:nvPr>
            <p:ph idx="1" type="subTitle"/>
          </p:nvPr>
        </p:nvSpPr>
        <p:spPr>
          <a:xfrm>
            <a:off x="5826875" y="3162926"/>
            <a:ext cx="24000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Asignatura: Inteligencia de Negocios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Profesor: Aldo Martinez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title"/>
          </p:nvPr>
        </p:nvSpPr>
        <p:spPr>
          <a:xfrm>
            <a:off x="720000" y="399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Índice</a:t>
            </a:r>
            <a:endParaRPr sz="3200"/>
          </a:p>
        </p:txBody>
      </p:sp>
      <p:sp>
        <p:nvSpPr>
          <p:cNvPr id="174" name="Google Shape;174;p25"/>
          <p:cNvSpPr txBox="1"/>
          <p:nvPr>
            <p:ph idx="2" type="subTitle"/>
          </p:nvPr>
        </p:nvSpPr>
        <p:spPr>
          <a:xfrm>
            <a:off x="1209289" y="1371154"/>
            <a:ext cx="6725400" cy="24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Introducción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KPI’s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Cubo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Dashboard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cxnSp>
        <p:nvCxnSpPr>
          <p:cNvPr id="175" name="Google Shape;175;p25"/>
          <p:cNvCxnSpPr/>
          <p:nvPr/>
        </p:nvCxnSpPr>
        <p:spPr>
          <a:xfrm>
            <a:off x="340888" y="361925"/>
            <a:ext cx="0" cy="738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5" title="Logo_DuocUC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0158" y="1"/>
            <a:ext cx="1623841" cy="39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720000" y="399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Introducción de KentFoods</a:t>
            </a:r>
            <a:endParaRPr sz="3200"/>
          </a:p>
        </p:txBody>
      </p:sp>
      <p:sp>
        <p:nvSpPr>
          <p:cNvPr id="182" name="Google Shape;182;p26"/>
          <p:cNvSpPr txBox="1"/>
          <p:nvPr>
            <p:ph idx="2" type="subTitle"/>
          </p:nvPr>
        </p:nvSpPr>
        <p:spPr>
          <a:xfrm>
            <a:off x="1209289" y="1371154"/>
            <a:ext cx="6725400" cy="24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★"/>
            </a:pPr>
            <a:r>
              <a:rPr lang="en" sz="1500"/>
              <a:t>Empresa dedicada a la venta de alimentos mediante envíos.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★"/>
            </a:pPr>
            <a:r>
              <a:rPr lang="en" sz="1500"/>
              <a:t>Ha experimentado un crecimiento acelerado en los últimos años.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★"/>
            </a:pPr>
            <a:r>
              <a:rPr lang="en" sz="1500"/>
              <a:t>Busca implementar una solución de BI para mejorar la toma de decisiones.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★"/>
            </a:pPr>
            <a:r>
              <a:rPr lang="en" sz="1500"/>
              <a:t>Cuenta con una base de datos con información de los clientes, productos, proveedores, transportistas y órdenes.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cxnSp>
        <p:nvCxnSpPr>
          <p:cNvPr id="183" name="Google Shape;183;p26"/>
          <p:cNvCxnSpPr/>
          <p:nvPr/>
        </p:nvCxnSpPr>
        <p:spPr>
          <a:xfrm>
            <a:off x="340888" y="361925"/>
            <a:ext cx="0" cy="738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4" name="Google Shape;184;p26" title="Logo_DuocUC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0158" y="1"/>
            <a:ext cx="1623841" cy="39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720000" y="399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KPI’s</a:t>
            </a:r>
            <a:endParaRPr sz="3400"/>
          </a:p>
        </p:txBody>
      </p:sp>
      <p:sp>
        <p:nvSpPr>
          <p:cNvPr id="190" name="Google Shape;190;p27"/>
          <p:cNvSpPr txBox="1"/>
          <p:nvPr>
            <p:ph idx="2" type="subTitle"/>
          </p:nvPr>
        </p:nvSpPr>
        <p:spPr>
          <a:xfrm>
            <a:off x="1209289" y="1371154"/>
            <a:ext cx="6725400" cy="24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" sz="2000"/>
              <a:t>Monto total de venta por región.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" sz="2000"/>
              <a:t>Venta por producto.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" sz="2000"/>
              <a:t>Venta por vendedor.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" sz="2000"/>
              <a:t>Clientes por región.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" sz="2000"/>
              <a:t>Cantidad de ventas por región.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" sz="2000"/>
              <a:t>Monto total de venta por sucursal.</a:t>
            </a:r>
            <a:endParaRPr sz="2000"/>
          </a:p>
        </p:txBody>
      </p:sp>
      <p:cxnSp>
        <p:nvCxnSpPr>
          <p:cNvPr id="191" name="Google Shape;191;p27"/>
          <p:cNvCxnSpPr/>
          <p:nvPr/>
        </p:nvCxnSpPr>
        <p:spPr>
          <a:xfrm>
            <a:off x="340888" y="361925"/>
            <a:ext cx="0" cy="738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27" title="Logo_DuocUC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0158" y="1"/>
            <a:ext cx="1623841" cy="39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idx="2" type="title"/>
          </p:nvPr>
        </p:nvSpPr>
        <p:spPr>
          <a:xfrm>
            <a:off x="308875" y="227900"/>
            <a:ext cx="16881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Cubo</a:t>
            </a:r>
            <a:endParaRPr/>
          </a:p>
        </p:txBody>
      </p:sp>
      <p:pic>
        <p:nvPicPr>
          <p:cNvPr id="198" name="Google Shape;1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00" y="919875"/>
            <a:ext cx="3835950" cy="389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6200" y="1636000"/>
            <a:ext cx="4952950" cy="246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8" title="Logo_DuocUC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0158" y="1"/>
            <a:ext cx="1623841" cy="39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1525500" y="1928700"/>
            <a:ext cx="6093000" cy="12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/>
              <a:t>Dashboard</a:t>
            </a:r>
            <a:endParaRPr sz="7500"/>
          </a:p>
        </p:txBody>
      </p:sp>
      <p:pic>
        <p:nvPicPr>
          <p:cNvPr id="206" name="Google Shape;206;p29" title="Logo_DuocUC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0158" y="1"/>
            <a:ext cx="1623841" cy="39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one Marrow Disorders by Slidesgo">
  <a:themeElements>
    <a:clrScheme name="Simple Light">
      <a:dk1>
        <a:srgbClr val="3F364E"/>
      </a:dk1>
      <a:lt1>
        <a:srgbClr val="FFFFFF"/>
      </a:lt1>
      <a:dk2>
        <a:srgbClr val="F0EBF5"/>
      </a:dk2>
      <a:lt2>
        <a:srgbClr val="D3C9D6"/>
      </a:lt2>
      <a:accent1>
        <a:srgbClr val="786181"/>
      </a:accent1>
      <a:accent2>
        <a:srgbClr val="563D5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F364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